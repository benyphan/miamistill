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00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35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40.562"/>
    </inkml:context>
    <inkml:brush xml:id="br0">
      <inkml:brushProperty name="width" value="0.035" units="cm"/>
      <inkml:brushProperty name="height" value="0.03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40:35.878"/>
    </inkml:context>
    <inkml:brush xml:id="br0">
      <inkml:brushProperty name="width" value="0.035" units="cm"/>
      <inkml:brushProperty name="height" value="0.035" units="cm"/>
      <inkml:brushProperty name="color" value="#BB5B18"/>
      <inkml:brushProperty name="inkEffects" value="bronze"/>
      <inkml:brushProperty name="anchorX" value="27.50801"/>
      <inkml:brushProperty name="anchorY" value="1748.38855"/>
      <inkml:brushProperty name="scaleFactor" value="0.5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00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35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9:40.562"/>
    </inkml:context>
    <inkml:brush xml:id="br0">
      <inkml:brushProperty name="width" value="0.035" units="cm"/>
      <inkml:brushProperty name="height" value="0.03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40:35.878"/>
    </inkml:context>
    <inkml:brush xml:id="br0">
      <inkml:brushProperty name="width" value="0.035" units="cm"/>
      <inkml:brushProperty name="height" value="0.035" units="cm"/>
      <inkml:brushProperty name="color" value="#BB5B18"/>
      <inkml:brushProperty name="inkEffects" value="bronze"/>
      <inkml:brushProperty name="anchorX" value="27.50801"/>
      <inkml:brushProperty name="anchorY" value="1748.38855"/>
      <inkml:brushProperty name="scaleFactor" value="0.5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EFC49-75D2-7F54-1368-A9223DBC3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08A309-D971-CDFF-252A-2ADEEAEC4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AA5516-88D5-E62D-269D-AA0B3AF1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952394-4827-0548-F34F-D417C587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3716A5-55CE-8A35-D5E5-D711C176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164C0-FA55-AB06-3236-E7CE432C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5F9F0-4CA5-BE73-F5D6-946DF55D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0654F-0863-2E1F-4431-5AB4E308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451B8-8092-237C-CB3C-F91C1315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300C4C-9487-034C-8553-5424AFBF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2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5C172-D5E1-90F0-BA1B-B62C3D11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BAE76-7D01-6AA3-918D-4E7F646FE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7D73DD-1AAB-3222-FB47-8B94CE19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7DF3A5-B29A-2B1E-B5F8-70595E5C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ED2AC1-EAF4-32BA-8454-B1C34ED2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26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AAADE-CD90-943E-737B-BFB08513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7B952-E035-6464-B82D-92FC7CA20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190F43-B357-1024-7D98-2B6DFE271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052F0E-9E3B-C705-AC93-4565FF44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38F85C-8928-74B3-0AF4-16621C42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9DCB2C-EF21-4F4A-09F6-73124E79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81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18E2-498E-B0A4-A648-A687EE00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B0596-02F2-5191-BA9C-F174CA692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471B68-339E-BB23-1ECD-85DEE2199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3D24BB-5843-90EA-7576-6626DBEA6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0C73DD-C81E-8A82-C4D0-269A83A72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77D602-6E9A-EA8C-F178-7F43E318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EF92EF-1556-441D-76BC-D6AD27B5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FAE0ED-09CE-22DD-48D0-D934DB96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69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49AEE-F00B-B9D4-A554-09A39A26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2E39D0-53D2-9F8E-5E43-91C7A146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8A22A3-B9EA-44D3-C45C-34FD41D6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3C945A-A9FE-CA16-C7D2-8A69C24F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2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77132E5-8E24-D6D6-D8A3-D089188D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030EA1-F0D8-02EC-B9C7-4CA94EA1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4CD8A7-0FAA-14E7-D4FA-47697E76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22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60F08-26AB-9CA9-0AEC-7FCE30A3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117C3-0671-87CD-C291-7799D320F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65ADE4-9F96-E388-546D-D31A83AAA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411C8-6171-B545-4C40-BA53C765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9555DB-BBE4-C9EF-05F8-3FE31A88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23EF6F-44BB-E4B8-1199-D4DE2CC1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7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1E09A-E611-7A18-FD9F-DADA64FC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790FC6B-CBCD-D0AE-E864-B80860642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57FBFD-41D3-B31F-67A5-B241E2F3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3EBE9F-8E35-3BEF-65B7-17812D71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330DF5-BCF1-C5B0-5697-77C9AB96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78A62D-2F0D-D577-6FEF-AFA55190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26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B97AB-A4EB-BB3A-2E33-93D51019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6A01C6-E752-1F7D-11F4-594F25DD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22508-F23B-92B8-D745-F08B0D0B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F7032A-EC4B-DF48-9605-5607D3B6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A40E51-B4E9-90C4-BCA3-7960203D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787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4BA598-9679-5DE2-BA7E-31B4813E1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E691FF-EA6D-6FBA-86EC-16EF91A37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D21597-6376-370C-3AD0-01954225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D52C4-D87F-AA59-64D5-A3631455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073295-6E87-8B48-2B9A-1AE3A6C2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42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2E3CB-90EE-0304-A1C2-9AD97968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BBD98-8CE0-3F1B-F52C-B9F936D74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A70246-A8AE-6EF4-0681-B98BE96DF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4AF78-4D65-4322-A9EC-6A2D15D6B67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38DA45-D717-606F-9711-C11DA1DC2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37265-EFBD-0242-3953-7E43A871F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01E30-2F2F-4C12-AF89-5FE288754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04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5.xml"/><Relationship Id="rId7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Picture background">
            <a:extLst>
              <a:ext uri="{FF2B5EF4-FFF2-40B4-BE49-F238E27FC236}">
                <a16:creationId xmlns:a16="http://schemas.microsoft.com/office/drawing/2014/main" id="{FFA389BE-9FB9-E81C-15E4-5906BDC59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9C681-DF91-DE9A-3BA5-56F7A858E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34269"/>
            <a:ext cx="9144000" cy="2103590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rial Black" panose="020B0A04020102020204" pitchFamily="34" charset="0"/>
              </a:rPr>
              <a:t>MIAMI GUN</a:t>
            </a:r>
            <a:b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TOP-DOWN</a:t>
            </a:r>
            <a:r>
              <a:rPr lang="en-AE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ШУТЕР</a:t>
            </a: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Разработчики: Шилов Богдан 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&amp;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Бондаренко Артём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0AFB6B04-240F-BA2C-DD69-F6CE589ECE9B}"/>
                  </a:ext>
                </a:extLst>
              </p14:cNvPr>
              <p14:cNvContentPartPr/>
              <p14:nvPr/>
            </p14:nvContentPartPr>
            <p14:xfrm>
              <a:off x="992810" y="1130268"/>
              <a:ext cx="360" cy="3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0AFB6B04-240F-BA2C-DD69-F6CE589ECE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690" y="11241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299EB52A-124E-8BCE-8043-E90D6736DE24}"/>
                  </a:ext>
                </a:extLst>
              </p14:cNvPr>
              <p14:cNvContentPartPr/>
              <p14:nvPr/>
            </p14:nvContentPartPr>
            <p14:xfrm>
              <a:off x="1130690" y="314508"/>
              <a:ext cx="360" cy="3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299EB52A-124E-8BCE-8043-E90D6736DE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570" y="3083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F1D5540-D89F-D4EC-922F-0B3452205631}"/>
                  </a:ext>
                </a:extLst>
              </p14:cNvPr>
              <p14:cNvContentPartPr/>
              <p14:nvPr/>
            </p14:nvContentPartPr>
            <p14:xfrm>
              <a:off x="1376570" y="1808868"/>
              <a:ext cx="360" cy="3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F1D5540-D89F-D4EC-922F-0B3452205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0450" y="18027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6707D18A-662A-2720-DD58-0BAE49C404DC}"/>
                  </a:ext>
                </a:extLst>
              </p14:cNvPr>
              <p14:cNvContentPartPr/>
              <p14:nvPr/>
            </p14:nvContentPartPr>
            <p14:xfrm>
              <a:off x="5338730" y="1966548"/>
              <a:ext cx="360" cy="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6707D18A-662A-2720-DD58-0BAE49C404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2610" y="196042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C49C6C-382C-6D3A-103F-32667DE735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475" y="2574407"/>
            <a:ext cx="923810" cy="1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8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4E18-E377-6461-A9F4-4DC37071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65BE0EDC-EF6F-9B30-F577-09EDD689A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6981"/>
            <a:ext cx="12192000" cy="72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78BF1-2203-54F7-1641-2BCC1EE1D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2490" y="854194"/>
            <a:ext cx="7187381" cy="173059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О проекте!</a:t>
            </a: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24B4D902-046F-3123-23C2-0C7F7648A407}"/>
                  </a:ext>
                </a:extLst>
              </p14:cNvPr>
              <p14:cNvContentPartPr/>
              <p14:nvPr/>
            </p14:nvContentPartPr>
            <p14:xfrm>
              <a:off x="992810" y="1130268"/>
              <a:ext cx="360" cy="3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24B4D902-046F-3123-23C2-0C7F7648A4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690" y="11241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8AF72056-83BC-2A32-178F-02F6B43D287D}"/>
                  </a:ext>
                </a:extLst>
              </p14:cNvPr>
              <p14:cNvContentPartPr/>
              <p14:nvPr/>
            </p14:nvContentPartPr>
            <p14:xfrm>
              <a:off x="1130690" y="314508"/>
              <a:ext cx="360" cy="3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8AF72056-83BC-2A32-178F-02F6B43D28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570" y="3083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5DBCB873-45C9-5B9A-068E-8964502CDC0A}"/>
                  </a:ext>
                </a:extLst>
              </p14:cNvPr>
              <p14:cNvContentPartPr/>
              <p14:nvPr/>
            </p14:nvContentPartPr>
            <p14:xfrm>
              <a:off x="1376570" y="1808868"/>
              <a:ext cx="360" cy="3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5DBCB873-45C9-5B9A-068E-8964502CDC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0450" y="18027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E54D8B8-E23F-CD06-2BBC-2FAAB1552D33}"/>
                  </a:ext>
                </a:extLst>
              </p14:cNvPr>
              <p14:cNvContentPartPr/>
              <p14:nvPr/>
            </p14:nvContentPartPr>
            <p14:xfrm>
              <a:off x="5338730" y="1966548"/>
              <a:ext cx="360" cy="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E54D8B8-E23F-CD06-2BBC-2FAAB1552D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2610" y="19604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85460664-0005-B692-146A-B2209BD584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F9CDBC82-C7EC-97C0-9F32-B6030DA56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A3ADD-FA59-303B-67F8-14FAEF350424}"/>
              </a:ext>
            </a:extLst>
          </p:cNvPr>
          <p:cNvSpPr txBox="1"/>
          <p:nvPr/>
        </p:nvSpPr>
        <p:spPr>
          <a:xfrm>
            <a:off x="-186833" y="2092469"/>
            <a:ext cx="48791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Динамичный шутер с ретро-стилистикой</a:t>
            </a:r>
          </a:p>
          <a:p>
            <a:pPr algn="ctr"/>
            <a:b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Молниеносный бой и повышение сложности</a:t>
            </a:r>
          </a:p>
          <a:p>
            <a:pPr algn="ctr"/>
            <a:b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Рандомно генерируемые уровни</a:t>
            </a:r>
            <a:endParaRPr lang="ru-RU" sz="2400" b="1" dirty="0"/>
          </a:p>
        </p:txBody>
      </p:sp>
      <p:pic>
        <p:nvPicPr>
          <p:cNvPr id="16" name="Рисунок 15" descr="Изображение выглядит как снимок экрана, Программное обеспечение для видеоигр, Компьютерная игра, фиолетов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154EF3-65B1-DEE2-DCB5-B123338FD0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9758" y="1463460"/>
            <a:ext cx="7403660" cy="45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8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D3ED01-19A7-03CD-5E01-21A25DC33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9187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92933-2565-69A4-BF2E-CAD75336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10008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Цель проекта:</a:t>
            </a:r>
            <a:br>
              <a:rPr lang="ru-R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1668B86-5295-207C-2290-4DCC03794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29" y="1956209"/>
            <a:ext cx="1107328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Создание полностью функциональной игры</a:t>
            </a:r>
            <a:r>
              <a:rPr lang="ru-RU" altLang="ru-RU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на </a:t>
            </a:r>
            <a:r>
              <a:rPr kumimoji="0" lang="ru-RU" altLang="ru-RU" sz="4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Pytho</a:t>
            </a:r>
            <a:r>
              <a:rPr lang="en-US" altLang="ru-RU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с использованием библиотеки </a:t>
            </a:r>
            <a:r>
              <a:rPr kumimoji="0" lang="en-US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arcade</a:t>
            </a:r>
            <a:endParaRPr kumimoji="0" lang="ru-RU" altLang="ru-RU" sz="4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E66DD99-74C1-57CB-C280-87DDF77F2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667" y="4553414"/>
            <a:ext cx="1133333" cy="22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D8AA65F-4BF4-FCA4-727C-A3BCC0DC4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3414"/>
            <a:ext cx="1133333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7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F16D-D722-4CEB-92DE-DE8A60B2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7CDF96-8567-42E0-A04C-3A2F714FE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3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4BAC3-6441-33DA-B48B-69F30ACF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792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Технологический стек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67D5E74-EFB6-D6ED-DA7B-55941BA8C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3204" y="2281991"/>
            <a:ext cx="80055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Язык: Python 3.14.2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Игровой движок: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Arcade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2.6+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Модули: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math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,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random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, 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time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ОС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: Windows</a:t>
            </a:r>
          </a:p>
        </p:txBody>
      </p:sp>
    </p:spTree>
    <p:extLst>
      <p:ext uri="{BB962C8B-B14F-4D97-AF65-F5344CB8AC3E}">
        <p14:creationId xmlns:p14="http://schemas.microsoft.com/office/powerpoint/2010/main" val="140480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DBCB-136E-CE7F-D2A3-01C7CF74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8C6C02-CEFC-3D77-2976-99D659AF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187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466B7-3567-34C0-57F3-9AE96FE7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61"/>
            <a:ext cx="10515600" cy="78919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Игровой процесс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41AADDB-2359-1EA6-69DD-76B2C12A2A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4111" y="1192819"/>
            <a:ext cx="996377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Управление: WASD, мышь, 1/2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Оружие: пистолет и дробовик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Система «Один выстрел – одна смерть»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Эффекты: тряска камеры, вспышки, частицы крови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С каждым уровнем больше врагов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27ABEE-C153-0F8F-9B72-B201CF5D5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88918" y="4820893"/>
            <a:ext cx="1661533" cy="18014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145140-7DE2-5A0B-08C1-A195B1E0C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904879" y="4708200"/>
            <a:ext cx="1610662" cy="19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4E63-A4A9-E5F1-5593-5B293AF9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18DA6C-5B06-375E-DE12-A15CA4546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3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8AD71-F15D-8DD0-1E4F-5B7DBE87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0068"/>
            <a:ext cx="10515600" cy="12709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Генерация уровней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438B95B-CA90-E7E2-3313-5CE3CFEE2B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4236" y="2202767"/>
            <a:ext cx="100835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Генерируются уровни рандомно, за счёт вырезанных спрайтов стен, пола, декора</a:t>
            </a:r>
            <a:r>
              <a:rPr lang="en-US" alt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alt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и </a:t>
            </a:r>
            <a:r>
              <a:rPr lang="ru-RU" altLang="ru-RU" sz="3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т.д</a:t>
            </a:r>
            <a:br>
              <a:rPr lang="ru-RU" alt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kumimoji="0" lang="ru-RU" altLang="ru-RU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89B739-153E-8E56-2A5F-B35067B1F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2" y="5066496"/>
            <a:ext cx="990476" cy="160952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448B70-D249-97E5-5DA6-F267EBD2E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660" y="4481768"/>
            <a:ext cx="899378" cy="233522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87146C6-FED2-23A3-987A-5ACF7BE383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915" y="4834881"/>
            <a:ext cx="2991267" cy="16290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CB3485E-451C-D780-AB7E-28238ED3C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763" y="166752"/>
            <a:ext cx="861586" cy="149068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B3AAFDA-0AFC-DBD7-F177-F4420B8620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3" y="89745"/>
            <a:ext cx="1238095" cy="1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2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6AFA-AC2A-A065-0DE7-9ED142DA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017047-D453-DC1F-0E2E-9328A9107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9187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E4FD6-2C52-9BC1-2797-87B469A7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2094"/>
            <a:ext cx="10515600" cy="12709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Музыка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C1F22A-D2FB-0381-F95C-DA6050DE1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969"/>
            <a:ext cx="10515600" cy="25311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Как и в оригинале игры мы добавили музыку , которая помогает почувствовать культуру 80-х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EDB7A9-9695-B39E-DD12-556529CFF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465" y="3761772"/>
            <a:ext cx="4816374" cy="39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3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54C6-5B17-1051-7AA5-67766CF4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8F7B5A84-8CE5-B1D2-011A-66142D54D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6981"/>
            <a:ext cx="12192000" cy="72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4185E-61C2-5629-11AC-8620452F6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367"/>
            <a:ext cx="10515600" cy="12709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Сохранение результатов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BF8E797-C3C1-7CCD-C199-18568E40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0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В игре есть возможность сохранить результат с подсчетов киллов и количеством пройденных уровней </a:t>
            </a:r>
          </a:p>
        </p:txBody>
      </p:sp>
      <p:pic>
        <p:nvPicPr>
          <p:cNvPr id="8" name="Рисунок 7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DF4A56-8538-2D53-4EF5-66BADBE1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418" y="3949861"/>
            <a:ext cx="4725163" cy="188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2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0E7C-76C9-DABA-438A-3B6DF836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AE8EB7DA-9580-A97D-75F2-240A33FAF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359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97BD2-3228-BC93-9991-D2DDCC29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8542" y="5003561"/>
            <a:ext cx="12489084" cy="12709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Что добавить или изменить</a:t>
            </a:r>
            <a:b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ru-RU" sz="6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1707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</TotalTime>
  <Words>196</Words>
  <Application>Microsoft Office PowerPoint</Application>
  <PresentationFormat>Широкоэкранный</PresentationFormat>
  <Paragraphs>25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Тема Office</vt:lpstr>
      <vt:lpstr>MIAMI GUN TOP-DOWN ШУТЕР       Разработчики: Шилов Богдан &amp; Бондаренко Артём</vt:lpstr>
      <vt:lpstr>О проекте!  </vt:lpstr>
      <vt:lpstr>Цель проекта: </vt:lpstr>
      <vt:lpstr>Технологический стек  </vt:lpstr>
      <vt:lpstr>Игровой процесс   </vt:lpstr>
      <vt:lpstr>Генерация уровней     </vt:lpstr>
      <vt:lpstr>Музыка      </vt:lpstr>
      <vt:lpstr>Сохранение результатов       </vt:lpstr>
      <vt:lpstr>Что добавить или изменить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Бондаренко</dc:creator>
  <cp:lastModifiedBy>Артём Бондаренко</cp:lastModifiedBy>
  <cp:revision>8</cp:revision>
  <dcterms:created xsi:type="dcterms:W3CDTF">2025-11-20T06:55:52Z</dcterms:created>
  <dcterms:modified xsi:type="dcterms:W3CDTF">2026-02-12T10:43:08Z</dcterms:modified>
</cp:coreProperties>
</file>